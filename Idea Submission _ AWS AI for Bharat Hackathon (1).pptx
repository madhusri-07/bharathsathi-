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Cyber Kiddos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75" y="418869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Problem Statement 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Millions of citizens in India are unaware of government schemes due to language barriers, digital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illiteracy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government portals .Rural and undeserved communities often fail to access benefits they are eligible for, resulting in exclusion from essential government support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75" y="3861419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Team Leader Name : Shri Raksha K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403492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24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Brief about the Idea:</a:t>
            </a:r>
            <a:endParaRPr sz="24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6D96-7361-7BEB-6B80-D71C8A52B961}"/>
              </a:ext>
            </a:extLst>
          </p:cNvPr>
          <p:cNvSpPr txBox="1"/>
          <p:nvPr/>
        </p:nvSpPr>
        <p:spPr>
          <a:xfrm>
            <a:off x="521504" y="1442546"/>
            <a:ext cx="82296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BharatSathi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AI-powered, voice-first assistant that helps citizens access government schemes in their local language.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complex scheme information, checks eligibility using basic user details, and provides clear step-by-step guidance.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rural and digitally underserved communities, it works in low-bandwidth areas and reduces dependency on middlemen, ensuring inclusive access to government benefits.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699" y="863550"/>
            <a:ext cx="8542525" cy="28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41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Your solution should be able to explain the following:</a:t>
            </a:r>
            <a:endParaRPr sz="41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</a:p>
          <a:p>
            <a:pPr marL="127000" lvl="0" algn="just">
              <a:lnSpc>
                <a:spcPct val="115000"/>
              </a:lnSpc>
              <a:spcBef>
                <a:spcPts val="1200"/>
              </a:spcBef>
              <a:buClr>
                <a:srgbClr val="202729"/>
              </a:buClr>
              <a:buSzPts val="1600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	</a:t>
            </a:r>
            <a:r>
              <a:rPr lang="en-US" sz="2600" dirty="0">
                <a:solidFill>
                  <a:srgbClr val="202729"/>
                </a:solidFill>
                <a:latin typeface="Times New Roman" panose="02020603050405020304" pitchFamily="18" charset="0"/>
                <a:ea typeface="SimSun-ExtG" panose="02010609060101010101" pitchFamily="49" charset="-122"/>
                <a:cs typeface="Times New Roman" panose="02020603050405020304" pitchFamily="18" charset="0"/>
                <a:sym typeface="Manrope SemiBold"/>
              </a:rPr>
              <a:t>Voice-first, multilingual AI assistant designed for rural and low-literacy users instead of complex text- based portals.</a:t>
            </a:r>
            <a:endParaRPr sz="2600" dirty="0">
              <a:solidFill>
                <a:srgbClr val="202729"/>
              </a:solidFill>
              <a:latin typeface="Times New Roman" panose="02020603050405020304" pitchFamily="18" charset="0"/>
              <a:ea typeface="SimSun-ExtG" panose="02010609060101010101" pitchFamily="49" charset="-122"/>
              <a:cs typeface="Times New Roman" panose="02020603050405020304" pitchFamily="18" charset="0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</a:p>
          <a:p>
            <a:pPr marL="127000" lvl="0" algn="just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	</a:t>
            </a:r>
            <a:r>
              <a:rPr lang="en-US" sz="2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Simplifies scheme details, checks eligibility using basic user information, and provides step-by-step guidance in local languages.</a:t>
            </a:r>
            <a:endParaRPr lang="en-GB" sz="2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endParaRPr sz="2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GB" sz="2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	</a:t>
            </a:r>
            <a:r>
              <a:rPr lang="en-US" sz="2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AI-powered eligibility checking, voice access for non-literate users, low-bandwidth support, and high social impact across India.</a:t>
            </a:r>
            <a:endParaRPr sz="2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170384" y="548017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3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List of features offered by the solution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IN" sz="2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</a:t>
            </a:r>
            <a:r>
              <a:rPr lang="en-IN" sz="26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Features Offered by </a:t>
            </a:r>
            <a:r>
              <a:rPr lang="en-IN" sz="2600" b="1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BharatSathi</a:t>
            </a:r>
            <a:endParaRPr lang="en-IN" sz="26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Multilingual voice &amp; text interaction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Government scheme discovery system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AI-based eligibility checker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Document checklist support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Web &amp; WhatsApp integration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Low-bandwidth optimized access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SMS-based offline support (future scope)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Simple, accessible, and inclusive solution for all citizens.</a:t>
            </a:r>
          </a:p>
          <a:p>
            <a:pPr marL="342900" lvl="0" indent="-342900">
              <a:lnSpc>
                <a:spcPct val="115000"/>
              </a:lnSpc>
              <a:buSzPts val="935"/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Step by Step  application guidance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1F9C03-9548-BF53-DF4B-2554AEBEF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112" y="1261726"/>
            <a:ext cx="3493396" cy="2620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182910" y="509381"/>
            <a:ext cx="8503889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3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Process flow diagram or Use-case diagram</a:t>
            </a:r>
            <a:endParaRPr sz="32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11C85A-40AC-0EEC-9D8B-F59F30912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128" y="1109869"/>
            <a:ext cx="4699000" cy="3524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E3131-2A9D-33D9-B8FB-1BA8778BACBB}"/>
              </a:ext>
            </a:extLst>
          </p:cNvPr>
          <p:cNvSpPr txBox="1"/>
          <p:nvPr/>
        </p:nvSpPr>
        <p:spPr>
          <a:xfrm>
            <a:off x="2286000" y="2288535"/>
            <a:ext cx="4572000" cy="32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buSzPts val="935"/>
            </a:pPr>
            <a:endParaRPr lang="en-US" sz="14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B43A81-82BF-6C07-99C0-D65FBC48F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332" y="1377934"/>
            <a:ext cx="5190588" cy="3460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68E59C-866E-1EFA-CBA5-5F38C2BA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362" y="1268570"/>
            <a:ext cx="2407276" cy="36109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266625" y="515821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98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Technologies to be used in the solution: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Frontend : HTML, CSS, React (User-friendly web interface)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Backend : Python (</a:t>
            </a:r>
            <a:r>
              <a:rPr lang="en-IN" sz="64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FastAPI</a:t>
            </a: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/ Flask) for API development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AI / NLP : Large Language Models (LLM) for intent understanding &amp; response generation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Speech Technologies: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Speech-to-Text (STT)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Text-to-Speech (TTS)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Database : DynamoDB / Cloud-based database for scheme &amp; eligibility data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Cloud Platform: AWS (Lambda, API Gateway, Cloud Hosting)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Development Cost (Initial MVP):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₹1.5 – 2 Lakhs (UI, Backend, AI Integration, Testing)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Cloud &amp; Hosting (Monthly):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₹15,000 – ₹30,000 (AWS, Database, API usage, Storage)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Speech &amp; AI API Usage: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Based on user traffic (Scalable pay-as-you-go model)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Maintenance &amp; Updates: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sz="1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₹10,000 – ₹20,000 per month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699" y="863550"/>
            <a:ext cx="8111083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80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Add as per the requirements for the hackathon: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Support for multiple Indian regional languages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SMS-based access for low-internet areas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Dedicated mobile application (Android)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Integration with official government portals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Personalized scheme notifications &amp; alerts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Scalable AWS cloud </a:t>
            </a:r>
            <a:r>
              <a:rPr lang="en-US" sz="64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deployment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Secure and privacy-focused architecture</a:t>
            </a:r>
          </a:p>
          <a:p>
            <a:pPr marL="285750" lvl="0" indent="-285750" algn="just">
              <a:lnSpc>
                <a:spcPct val="115000"/>
              </a:lnSpc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lang="en-US" sz="56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Designed to align strongly with the AI for Bharat vision by ensuring inclusivity, scalability, and real-world social impact. </a:t>
            </a:r>
            <a:endParaRPr sz="56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526</Words>
  <Application>Microsoft Office PowerPoint</Application>
  <PresentationFormat>On-screen Show (16:9)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Manrope SemiBold</vt:lpstr>
      <vt:lpstr>Manrope</vt:lpstr>
      <vt:lpstr>Times New Roman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Madhu sri</cp:lastModifiedBy>
  <cp:revision>4</cp:revision>
  <dcterms:modified xsi:type="dcterms:W3CDTF">2026-02-15T14:02:36Z</dcterms:modified>
</cp:coreProperties>
</file>